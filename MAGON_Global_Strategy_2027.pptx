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dur="600" advClick="1">
    <p:morph xmlns:p14="http://schemas.microsoft.com/office/powerpoint/2010/main" p14: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